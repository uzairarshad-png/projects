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6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5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8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5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5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1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6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2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35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0768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2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20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0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37DB4-3769-43E6-BCC7-449A6F02150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22C904C-8DE6-4340-AA7D-31CB2907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62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13A7-CA7B-D9FE-0FD0-F1DB236A5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GENZWEAR – Static E-Commerce Fashion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EFD46-8AC3-DED3-8827-1EB2D80B7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Misbah Bibi</a:t>
            </a:r>
            <a:br>
              <a:rPr lang="en-US" dirty="0"/>
            </a:br>
            <a:r>
              <a:rPr lang="en-US" dirty="0"/>
              <a:t>Uzair Arshad</a:t>
            </a:r>
          </a:p>
        </p:txBody>
      </p:sp>
    </p:spTree>
    <p:extLst>
      <p:ext uri="{BB962C8B-B14F-4D97-AF65-F5344CB8AC3E}">
        <p14:creationId xmlns:p14="http://schemas.microsoft.com/office/powerpoint/2010/main" val="1532642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BC91-81FD-FFCF-EDF6-9BEC0B6B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DBE51A-773F-FE47-0061-D1399A3EA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GENZWEAR is a static fashion e-commerce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and CSS3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 Z consumers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modern UI and easy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as an academic project</a:t>
            </a:r>
          </a:p>
        </p:txBody>
      </p:sp>
    </p:spTree>
    <p:extLst>
      <p:ext uri="{BB962C8B-B14F-4D97-AF65-F5344CB8AC3E}">
        <p14:creationId xmlns:p14="http://schemas.microsoft.com/office/powerpoint/2010/main" val="402088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9F5C-FD88-BDB7-F392-74F32DA3F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C92F-A11C-D68A-B45E-EC179C5B1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growth of online shopping</a:t>
            </a:r>
          </a:p>
          <a:p>
            <a:r>
              <a:rPr lang="en-US" dirty="0"/>
              <a:t>Gen Z prefers minimal and visually appealing websites</a:t>
            </a:r>
          </a:p>
          <a:p>
            <a:r>
              <a:rPr lang="en-US" dirty="0"/>
              <a:t>HTML and CSS form the foundation of web development</a:t>
            </a:r>
          </a:p>
          <a:p>
            <a:r>
              <a:rPr lang="en-US" dirty="0"/>
              <a:t>Static websites are cost-effective and easy to deploy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9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DF60-5581-34A4-7A76-B6EE193D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424A-23A4-DB5C-8856-F1F960091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Beginner web projects often lack:</a:t>
            </a:r>
          </a:p>
          <a:p>
            <a:pPr lvl="1"/>
            <a:r>
              <a:rPr lang="en-US" dirty="0"/>
              <a:t>Proper structure</a:t>
            </a:r>
          </a:p>
          <a:p>
            <a:pPr lvl="1"/>
            <a:r>
              <a:rPr lang="en-US" dirty="0"/>
              <a:t>Consistent styling</a:t>
            </a:r>
          </a:p>
          <a:p>
            <a:pPr lvl="1"/>
            <a:r>
              <a:rPr lang="en-US" dirty="0"/>
              <a:t>Real-world relevance</a:t>
            </a:r>
          </a:p>
          <a:p>
            <a:r>
              <a:rPr lang="en-US" dirty="0"/>
              <a:t>Challenge:</a:t>
            </a:r>
          </a:p>
          <a:p>
            <a:pPr lvl="1"/>
            <a:r>
              <a:rPr lang="en-US" dirty="0"/>
              <a:t>Build a professional fashion website</a:t>
            </a:r>
          </a:p>
          <a:p>
            <a:pPr lvl="1"/>
            <a:r>
              <a:rPr lang="en-US" dirty="0"/>
              <a:t>Using </a:t>
            </a:r>
            <a:r>
              <a:rPr lang="en-US" b="1" dirty="0"/>
              <a:t>only HTML and CSS</a:t>
            </a:r>
            <a:endParaRPr lang="en-US" dirty="0"/>
          </a:p>
          <a:p>
            <a:pPr lvl="1"/>
            <a:r>
              <a:rPr lang="en-US" dirty="0"/>
              <a:t>Without backend technologies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63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430C-7D7B-C203-7AB4-F9D41D028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A403-AED5-83B0-24C4-7E7A112E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core front-end development concepts</a:t>
            </a:r>
          </a:p>
          <a:p>
            <a:r>
              <a:rPr lang="en-US" dirty="0"/>
              <a:t>Understand website structure and navigation</a:t>
            </a:r>
          </a:p>
          <a:p>
            <a:r>
              <a:rPr lang="en-US" dirty="0"/>
              <a:t>Design a brand-oriented fashion website</a:t>
            </a:r>
          </a:p>
          <a:p>
            <a:r>
              <a:rPr lang="en-US" dirty="0"/>
              <a:t>Demonstrate real-world website layout techniques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94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E532-5FC6-CD5F-C6B5-9B2E1B11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 &amp;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D879E9-9D9E-9F15-2432-295BB8509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multi-page website using 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CSS for styling and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smooth navigation between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a basic e-commerce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UI/UX design skills</a:t>
            </a:r>
          </a:p>
        </p:txBody>
      </p:sp>
    </p:spTree>
    <p:extLst>
      <p:ext uri="{BB962C8B-B14F-4D97-AF65-F5344CB8AC3E}">
        <p14:creationId xmlns:p14="http://schemas.microsoft.com/office/powerpoint/2010/main" val="97034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C26F-6529-927F-82AC-AF73395E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A8EE1-5F58-E041-FB7F-DF52D099E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Included:</a:t>
            </a:r>
            <a:endParaRPr lang="en-US" dirty="0"/>
          </a:p>
          <a:p>
            <a:r>
              <a:rPr lang="en-US" dirty="0"/>
              <a:t>Home Page</a:t>
            </a:r>
          </a:p>
          <a:p>
            <a:r>
              <a:rPr lang="en-US" dirty="0"/>
              <a:t>Shop Page</a:t>
            </a:r>
          </a:p>
          <a:p>
            <a:r>
              <a:rPr lang="en-US" dirty="0"/>
              <a:t>Product Detail Page</a:t>
            </a:r>
          </a:p>
          <a:p>
            <a:r>
              <a:rPr lang="en-US" dirty="0"/>
              <a:t>Cart Page</a:t>
            </a:r>
          </a:p>
          <a:p>
            <a:r>
              <a:rPr lang="en-US" dirty="0"/>
              <a:t>About Page</a:t>
            </a:r>
          </a:p>
          <a:p>
            <a:r>
              <a:rPr lang="en-US" dirty="0"/>
              <a:t>Contact Page</a:t>
            </a:r>
          </a:p>
          <a:p>
            <a:r>
              <a:rPr lang="en-US" b="1" dirty="0"/>
              <a:t>Not Included:</a:t>
            </a:r>
            <a:endParaRPr lang="en-US" dirty="0"/>
          </a:p>
          <a:p>
            <a:r>
              <a:rPr lang="en-US" dirty="0"/>
              <a:t>Backend functionality</a:t>
            </a:r>
          </a:p>
          <a:p>
            <a:r>
              <a:rPr lang="en-US" dirty="0"/>
              <a:t>Payment system</a:t>
            </a:r>
          </a:p>
          <a:p>
            <a:r>
              <a:rPr lang="en-US" dirty="0"/>
              <a:t>User authentication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9EF2-E8DC-7A6F-A74A-51A2FE87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2DAD07-52E5-5EDA-2A40-F37B702138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Laptop / Desktop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Chrome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Images &amp; icons</a:t>
            </a:r>
          </a:p>
        </p:txBody>
      </p:sp>
    </p:spTree>
    <p:extLst>
      <p:ext uri="{BB962C8B-B14F-4D97-AF65-F5344CB8AC3E}">
        <p14:creationId xmlns:p14="http://schemas.microsoft.com/office/powerpoint/2010/main" val="9169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2758-1ACC-A56F-D307-E80DC30B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METHADOLOGY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FF949-EEC7-314F-ED35-C4E1E9EB4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website layout</a:t>
            </a:r>
          </a:p>
          <a:p>
            <a:r>
              <a:rPr lang="en-US" dirty="0"/>
              <a:t>Creating HTML page structure</a:t>
            </a:r>
          </a:p>
          <a:p>
            <a:r>
              <a:rPr lang="en-US" dirty="0"/>
              <a:t>Applying centralized CSS</a:t>
            </a:r>
          </a:p>
          <a:p>
            <a:r>
              <a:rPr lang="en-US" dirty="0"/>
              <a:t>Linking pages using navigation menu</a:t>
            </a:r>
          </a:p>
          <a:p>
            <a:r>
              <a:rPr lang="en-US" dirty="0"/>
              <a:t>Testing layout and responsiveness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2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1707-0F99-2A8F-5507-569691C9A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FLOWCHART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68F031-50E6-9925-C72C-7D4C4D03E8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2868249"/>
            <a:ext cx="35605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page as entry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 links to: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Details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smooth user navigation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8DC6B-5CA4-CA63-A003-E891D113E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451" y="1573530"/>
            <a:ext cx="3981940" cy="37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9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CAAC-175E-A9E7-0C07-C720E70D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5A9FE6-F529-CC73-B847-C26C1FDE8D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index.html → Home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shop.html → Product listing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sproduct.html → Product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cart.html → Cart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about.html → Brand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contact.html → User contact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FF823-1356-C0D3-3AEE-58FC9F23A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64" y="1929897"/>
            <a:ext cx="4097184" cy="305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0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4936-EEFD-A06D-0BC8-8FA44A06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F3B7AC-7300-DA23-A882-E725B384A3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separate HTML files for each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semantic HTML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 a single CSS file for styling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header, footer, and navigation bar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Styled buttons, product cards, and images</a:t>
            </a:r>
          </a:p>
        </p:txBody>
      </p:sp>
    </p:spTree>
    <p:extLst>
      <p:ext uri="{BB962C8B-B14F-4D97-AF65-F5344CB8AC3E}">
        <p14:creationId xmlns:p14="http://schemas.microsoft.com/office/powerpoint/2010/main" val="2551309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11B2-D7DA-75D1-0BED-DF2C7960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21CA-0F41-FE26-18F6-24D23BB93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Website loads successfully</a:t>
            </a:r>
          </a:p>
          <a:p>
            <a:r>
              <a:rPr lang="en-US" dirty="0"/>
              <a:t>Consistent design across all pages</a:t>
            </a:r>
          </a:p>
          <a:p>
            <a:r>
              <a:rPr lang="en-US" dirty="0"/>
              <a:t>Navigation links work properly</a:t>
            </a:r>
          </a:p>
          <a:p>
            <a:r>
              <a:rPr lang="en-US" dirty="0"/>
              <a:t>Product images display correctly</a:t>
            </a:r>
          </a:p>
          <a:p>
            <a:r>
              <a:rPr lang="en-US" dirty="0"/>
              <a:t>Clean and professional layout achieved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62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C898-78BA-2255-401C-D7B0DC6B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CB401D-4057-9FBE-239E-70A06627C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883073"/>
              </p:ext>
            </p:extLst>
          </p:nvPr>
        </p:nvGraphicFramePr>
        <p:xfrm>
          <a:off x="2589213" y="2133600"/>
          <a:ext cx="8915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73862184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787800008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857361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08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141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 Listing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992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06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Item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28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1648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64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3041-10F5-3858-2114-4AE58A83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46EE75-457E-697B-8C2E-789FAE6EC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422246"/>
            <a:ext cx="314701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backend or database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content only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 checkout system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login 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419221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F9BC-F735-0A6C-F4B6-7E0F6EDC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427EF-8E8C-AFF7-0818-7C30E66B2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Promotes paperless shopping</a:t>
            </a:r>
          </a:p>
          <a:p>
            <a:r>
              <a:rPr lang="en-US" dirty="0"/>
              <a:t>Reduces printed catalogs</a:t>
            </a:r>
          </a:p>
          <a:p>
            <a:r>
              <a:rPr lang="en-US" dirty="0"/>
              <a:t>Static website uses minimal server resources</a:t>
            </a:r>
          </a:p>
          <a:p>
            <a:r>
              <a:rPr lang="en-US" dirty="0"/>
              <a:t>Supports eco-friendly digital practices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374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5F3D-AF8A-B8F7-8FAE-86199599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36E68E-4855-21D3-F108-752F3BB6B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422246"/>
            <a:ext cx="64427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 static fashion website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objectives were achieved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strong understanding of HTML &amp; CSS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shows real-world application of front-end concepts</a:t>
            </a:r>
          </a:p>
        </p:txBody>
      </p:sp>
    </p:spTree>
    <p:extLst>
      <p:ext uri="{BB962C8B-B14F-4D97-AF65-F5344CB8AC3E}">
        <p14:creationId xmlns:p14="http://schemas.microsoft.com/office/powerpoint/2010/main" val="2477665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40F8-CE06-37E9-1FDD-CE866D9A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&amp;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ACD30C-09D9-BF29-F014-05D6A5BCF7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JavaScript for interactivity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backend using PHP or 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database for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mobile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2874890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6D7A-F2B5-EF04-BC07-3F880FA5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887" y="3303935"/>
            <a:ext cx="8911687" cy="1280890"/>
          </a:xfrm>
        </p:spPr>
        <p:txBody>
          <a:bodyPr/>
          <a:lstStyle/>
          <a:p>
            <a:r>
              <a:rPr lang="en-US" sz="7200" b="1" dirty="0"/>
              <a:t>THANK YOU!</a:t>
            </a:r>
            <a:r>
              <a:rPr lang="en-US" sz="1600" dirty="0"/>
              <a:t>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965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461</Words>
  <Application>Microsoft Office PowerPoint</Application>
  <PresentationFormat>Widescreen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GENZWEAR – Static E-Commerce Fashion Website</vt:lpstr>
      <vt:lpstr>INTRODUCTION</vt:lpstr>
      <vt:lpstr>BACKGROUND</vt:lpstr>
      <vt:lpstr>PROBLEM STATEMENT</vt:lpstr>
      <vt:lpstr>PROJECT PURPOSE</vt:lpstr>
      <vt:lpstr>AIMS &amp; OBJECTIVES</vt:lpstr>
      <vt:lpstr>SCOPE OF THE PROJECT</vt:lpstr>
      <vt:lpstr>TOOLS &amp; TECHNOLOGIES USED</vt:lpstr>
      <vt:lpstr>DESIGN METHADOLOGY</vt:lpstr>
      <vt:lpstr>WEBSITE FLOWCHART</vt:lpstr>
      <vt:lpstr>WEBSITE STRUCTURE</vt:lpstr>
      <vt:lpstr>IMPLEMENTATION</vt:lpstr>
      <vt:lpstr>Results </vt:lpstr>
      <vt:lpstr>Result Analysis</vt:lpstr>
      <vt:lpstr>Limitations </vt:lpstr>
      <vt:lpstr>Environmental aspects</vt:lpstr>
      <vt:lpstr>CONCLUSION</vt:lpstr>
      <vt:lpstr>RECOMMENDATIONS &amp; FUTURE WORK</vt:lpstr>
      <vt:lpstr>THANK YOU!😘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02-135252-039</dc:creator>
  <cp:lastModifiedBy>02-135252-039</cp:lastModifiedBy>
  <cp:revision>1</cp:revision>
  <dcterms:created xsi:type="dcterms:W3CDTF">2025-12-23T04:42:38Z</dcterms:created>
  <dcterms:modified xsi:type="dcterms:W3CDTF">2025-12-23T04:58:43Z</dcterms:modified>
</cp:coreProperties>
</file>